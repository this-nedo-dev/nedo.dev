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1828800"/>
            <a:ext cx="3657600" cy="3657600"/>
          </a:xfrm>
          <a:prstGeom prst="ellipse">
            <a:avLst/>
          </a:prstGeom>
          <a:solidFill>
            <a:srgbClr val="D4AF3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200">
                <a:solidFill>
                  <a:srgbClr val="000000"/>
                </a:solidFill>
              </a:defRPr>
            </a:pPr>
            <a:r>
              <a:t>ДОРОГО</a:t>
            </a:r>
            <a:br/>
            <a:r>
              <a:t>&amp;</a:t>
            </a:r>
            <a:br/>
            <a:r>
              <a:t>ГЛУПО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0" b="1">
                <a:solidFill>
                  <a:srgbClr val="FFFFFF"/>
                </a:solidFill>
                <a:latin typeface="Arial Black"/>
              </a:defRPr>
            </a:pPr>
            <a:r>
              <a:t>NEDO.DEV</a:t>
            </a:r>
          </a:p>
          <a:p>
            <a:pPr>
              <a:spcBef>
                <a:spcPts val="1000"/>
              </a:spcBef>
              <a:defRPr sz="3000" b="1">
                <a:solidFill>
                  <a:srgbClr val="D4AF37"/>
                </a:solidFill>
              </a:defRPr>
            </a:pPr>
            <a:r>
              <a:t>PREMIUM CRINGE SOLUTIONS</a:t>
            </a:r>
          </a:p>
          <a:p>
            <a:pPr>
              <a:spcBef>
                <a:spcPts val="2000"/>
              </a:spcBef>
              <a:defRPr sz="1800" i="1">
                <a:solidFill>
                  <a:srgbClr val="E5E4E2"/>
                </a:solidFill>
              </a:defRPr>
            </a:pPr>
            <a:r>
              <a:t>Мы продаем воздух. Вы его покупаете.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C3C3C"/>
                </a:solidFill>
              </a:defRPr>
            </a:pPr>
            <a:r>
              <a:t>ROFL.ENTERPRISE // NO REFUNDS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НАША СТРАТЕГИЯ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Ctrl+C -&gt; Ctrl+V -&gt; Profit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058400" cy="1188720"/>
          </a:xfrm>
          <a:prstGeom prst="roundRect">
            <a:avLst/>
          </a:prstGeom>
          <a:solidFill>
            <a:srgbClr val="2323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МЫ НЕ ТЕСТИРУЕМ КОД.</a:t>
            </a:r>
            <a:br/>
            <a:r>
              <a:t>МЫ ТЕСТИРУЕМ ВАШИ НЕРВЫ.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10058400" cy="1188720"/>
          </a:xfrm>
          <a:prstGeom prst="roundRect">
            <a:avLst/>
          </a:prstGeom>
          <a:solidFill>
            <a:srgbClr val="2323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БЕЗ ТЗ - РЕЗУЛЬТАТ ХЗ.</a:t>
            </a:r>
            <a:br/>
            <a:r>
              <a:t>(НО ДЕНЬГИ ВПЕРЕД)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10058400" cy="1188720"/>
          </a:xfrm>
          <a:prstGeom prst="roundRect">
            <a:avLst/>
          </a:prstGeom>
          <a:solidFill>
            <a:srgbClr val="2323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ИСКУССТВЕННЫЙ ИНТЕЛЛЕКТ?</a:t>
            </a:r>
            <a:br/>
            <a:r>
              <a:t>НЕТ, ИНДУСЫ В ПОДВАЛЕ.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C3C3C"/>
                </a:solidFill>
              </a:defRPr>
            </a:pPr>
            <a:r>
              <a:t>ROFL.ENTERPRISE // NO REFUNDS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РОСТ ПОКАЗАТЕЛЕЙ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Мы нарисовали этот график сами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45720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E5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5029200"/>
            <a:ext cx="914400" cy="457200"/>
          </a:xfrm>
          <a:prstGeom prst="line">
            <a:avLst/>
          </a:prstGeom>
          <a:ln w="762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4572000"/>
            <a:ext cx="914400" cy="457200"/>
          </a:xfrm>
          <a:prstGeom prst="line">
            <a:avLst/>
          </a:prstGeom>
          <a:ln w="762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3840480"/>
            <a:ext cx="914400" cy="731520"/>
          </a:xfrm>
          <a:prstGeom prst="line">
            <a:avLst/>
          </a:prstGeom>
          <a:ln w="762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657600" y="3200400"/>
            <a:ext cx="914400" cy="640080"/>
          </a:xfrm>
          <a:prstGeom prst="line">
            <a:avLst/>
          </a:prstGeom>
          <a:ln w="762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72000" y="2743200"/>
            <a:ext cx="914400" cy="457200"/>
          </a:xfrm>
          <a:prstGeom prst="line">
            <a:avLst/>
          </a:prstGeom>
          <a:ln w="762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2700000">
            <a:off x="5303520" y="2560320"/>
            <a:ext cx="365760" cy="365760"/>
          </a:xfrm>
          <a:prstGeom prst="triangl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146%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ВЕРОЯТНОСТЬ БАГОВ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$0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НАШИ РАСХОДЫ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∞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ВАШИ РАСХОДЫ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404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СОВЕСТЬ NOT FOUND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C3C3C"/>
                </a:solidFill>
              </a:defRPr>
            </a:pPr>
            <a:r>
              <a:t>ROFL.ENTERPRISE // NO REFUNDS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ДРИМ ТИМ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Они даже школу не закончили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D4AF37"/>
                </a:solidFill>
              </a:defRPr>
            </a:pPr>
            <a:r>
              <a:t>MineplayTY</a:t>
            </a:r>
          </a:p>
          <a:p>
            <a:pPr>
              <a:defRPr sz="1400" b="1">
                <a:solidFill>
                  <a:srgbClr val="003399"/>
                </a:solidFill>
              </a:defRPr>
            </a:pPr>
            <a:r>
              <a:t>Босс Молокосос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Умеет включать компьютер. Иногда.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286000"/>
            <a:ext cx="548640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D4AF37"/>
                </a:solidFill>
              </a:defRPr>
            </a:pPr>
            <a:r>
              <a:t>Keicer_ded</a:t>
            </a:r>
          </a:p>
          <a:p>
            <a:pPr>
              <a:defRPr sz="1400" b="1">
                <a:solidFill>
                  <a:srgbClr val="003399"/>
                </a:solidFill>
              </a:defRPr>
            </a:pPr>
            <a:r>
              <a:t>Дед Инсайд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Пишет на HTML, думает что программист.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D4AF37"/>
                </a:solidFill>
              </a:defRPr>
            </a:pPr>
            <a:r>
              <a:t>Minomi21</a:t>
            </a:r>
          </a:p>
          <a:p>
            <a:pPr>
              <a:defRPr sz="1400" b="1">
                <a:solidFill>
                  <a:srgbClr val="003399"/>
                </a:solidFill>
              </a:defRPr>
            </a:pPr>
            <a:r>
              <a:t>Python Душнила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Его код понимает только он и Сатана.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297680"/>
            <a:ext cx="548640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389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D4AF37"/>
                </a:solidFill>
              </a:defRPr>
            </a:pPr>
            <a:r>
              <a:t>Кот Борис</a:t>
            </a:r>
          </a:p>
          <a:p>
            <a:pPr>
              <a:defRPr sz="1400" b="1">
                <a:solidFill>
                  <a:srgbClr val="003399"/>
                </a:solidFill>
              </a:defRPr>
            </a:pPr>
            <a:r>
              <a:t>Реальный CEO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Единственный, кто тут работает.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C3C3C"/>
                </a:solidFill>
              </a:defRPr>
            </a:pPr>
            <a:r>
              <a:t>ROFL.ENTERPRISE // NO REFUNDS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НАШИ ТЕХНОЛОГИИ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Самые передовые костыли</a:t>
            </a:r>
          </a:p>
        </p:txBody>
      </p:sp>
      <p:sp>
        <p:nvSpPr>
          <p:cNvPr id="5" name="Hexagon 4"/>
          <p:cNvSpPr/>
          <p:nvPr/>
        </p:nvSpPr>
        <p:spPr>
          <a:xfrm>
            <a:off x="914400" y="228600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StackOverflow Driven Dev</a:t>
            </a:r>
          </a:p>
        </p:txBody>
      </p:sp>
      <p:sp>
        <p:nvSpPr>
          <p:cNvPr id="6" name="Hexagon 5"/>
          <p:cNvSpPr/>
          <p:nvPr/>
        </p:nvSpPr>
        <p:spPr>
          <a:xfrm>
            <a:off x="6400800" y="228600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Блокнот (Неактивированный)</a:t>
            </a:r>
          </a:p>
        </p:txBody>
      </p:sp>
      <p:sp>
        <p:nvSpPr>
          <p:cNvPr id="7" name="Hexagon 6"/>
          <p:cNvSpPr/>
          <p:nvPr/>
        </p:nvSpPr>
        <p:spPr>
          <a:xfrm>
            <a:off x="914400" y="338328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Chat GPT (Бесплатный)</a:t>
            </a:r>
          </a:p>
        </p:txBody>
      </p:sp>
      <p:sp>
        <p:nvSpPr>
          <p:cNvPr id="8" name="Hexagon 7"/>
          <p:cNvSpPr/>
          <p:nvPr/>
        </p:nvSpPr>
        <p:spPr>
          <a:xfrm>
            <a:off x="6400800" y="338328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Интуиция и Молитвы</a:t>
            </a:r>
          </a:p>
        </p:txBody>
      </p:sp>
      <p:sp>
        <p:nvSpPr>
          <p:cNvPr id="9" name="Hexagon 8"/>
          <p:cNvSpPr/>
          <p:nvPr/>
        </p:nvSpPr>
        <p:spPr>
          <a:xfrm>
            <a:off x="914400" y="448056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Кофе 3 в 1</a:t>
            </a:r>
          </a:p>
        </p:txBody>
      </p:sp>
      <p:sp>
        <p:nvSpPr>
          <p:cNvPr id="10" name="Hexagon 9"/>
          <p:cNvSpPr/>
          <p:nvPr/>
        </p:nvSpPr>
        <p:spPr>
          <a:xfrm>
            <a:off x="6400800" y="4480560"/>
            <a:ext cx="4572000" cy="9144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0000"/>
                </a:solidFill>
              </a:defRPr>
            </a:pPr>
            <a:r>
              <a:t>Random.org (для генерации идей)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E4E2"/>
                </a:solidFill>
                <a:latin typeface="Courier New"/>
              </a:defRPr>
            </a:pPr>
            <a:r>
              <a:t>Мы даже не знаем, как выйти из VIM.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0" y="6400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C3C3C"/>
                </a:solidFill>
              </a:defRPr>
            </a:pPr>
            <a:r>
              <a:t>ROFL.ENTERPRISE // NO REFUNDS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ПРАЙС ЛИСТ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Для тех, кто не считает деньги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191E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D4AF37"/>
                </a:solidFill>
              </a:defRPr>
            </a:pPr>
            <a:r>
              <a:t>САЙТ 'HELLO WORLD'</a:t>
            </a:r>
          </a:p>
          <a:p>
            <a:br/>
            <a:pPr algn="ctr">
              <a:defRPr b="1" sz="2800">
                <a:solidFill>
                  <a:srgbClr val="00994C"/>
                </a:solidFill>
              </a:defRPr>
            </a:pPr>
            <a:r>
              <a:t>$1,000,000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Одна страница. Белый фон. Черный текст.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286000"/>
            <a:ext cx="3657600" cy="3657600"/>
          </a:xfrm>
          <a:prstGeom prst="rect">
            <a:avLst/>
          </a:prstGeom>
          <a:solidFill>
            <a:srgbClr val="191E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D4AF37"/>
                </a:solidFill>
              </a:defRPr>
            </a:pPr>
            <a:r>
              <a:t>ВКЛЮЧИТЬ КОМПЬЮТЕР</a:t>
            </a:r>
          </a:p>
          <a:p>
            <a:br/>
            <a:pPr algn="ctr">
              <a:defRPr b="1" sz="2800">
                <a:solidFill>
                  <a:srgbClr val="00994C"/>
                </a:solidFill>
              </a:defRPr>
            </a:pPr>
            <a:r>
              <a:t>$500,000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Выезд специалиста. Нажатие кнопки Power.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286000"/>
            <a:ext cx="3657600" cy="3657600"/>
          </a:xfrm>
          <a:prstGeom prst="rect">
            <a:avLst/>
          </a:prstGeom>
          <a:solidFill>
            <a:srgbClr val="191E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D4AF37"/>
                </a:solidFill>
              </a:defRPr>
            </a:pPr>
            <a:r>
              <a:t>ИСПРАВИТЬ НАШ БАГ</a:t>
            </a:r>
          </a:p>
          <a:p>
            <a:br/>
            <a:pPr algn="ctr">
              <a:defRPr b="1" sz="2800">
                <a:solidFill>
                  <a:srgbClr val="00994C"/>
                </a:solidFill>
              </a:defRPr>
            </a:pPr>
            <a:r>
              <a:t>$10,000,000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Мы сами сломали - мы сами починим (дорого).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ОТЗЫВЫ ЭКСПЕРТОВ</a:t>
            </a:r>
          </a:p>
          <a:p>
            <a:pPr>
              <a:defRPr sz="2000">
                <a:solidFill>
                  <a:srgbClr val="E5E4E2"/>
                </a:solidFill>
                <a:latin typeface="Arial"/>
              </a:defRPr>
            </a:pPr>
            <a:r>
              <a:t>Абсолютно реальные люди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FFFF"/>
                </a:solidFill>
              </a:defRPr>
            </a:pPr>
            <a:r>
              <a:t>«Если сайт не работает, значит он отдыхает. Уважайте код.»</a:t>
            </a:r>
          </a:p>
          <a:p>
            <a:pPr algn="r">
              <a:defRPr b="1">
                <a:solidFill>
                  <a:srgbClr val="D4AF37"/>
                </a:solidFill>
              </a:defRPr>
            </a:pPr>
            <a:r>
              <a:t>— Джейсон Стетхем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FFFF"/>
                </a:solidFill>
              </a:defRPr>
            </a:pPr>
            <a:r>
              <a:t>«Сынок, найди нормальную работу. Что такое фуллстек?»</a:t>
            </a:r>
          </a:p>
          <a:p>
            <a:pPr algn="r">
              <a:defRPr b="1">
                <a:solidFill>
                  <a:srgbClr val="D4AF37"/>
                </a:solidFill>
              </a:defRPr>
            </a:pPr>
            <a:r>
              <a:t>— Моя Мама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FFFF"/>
                </a:solidFill>
              </a:defRPr>
            </a:pPr>
            <a:r>
              <a:t>«Я хотел купить NEDO.DEV, но мне не хватило денег.»</a:t>
            </a:r>
          </a:p>
          <a:p>
            <a:pPr algn="r">
              <a:defRPr b="1">
                <a:solidFill>
                  <a:srgbClr val="D4AF37"/>
                </a:solidFill>
              </a:defRPr>
            </a:pPr>
            <a:r>
              <a:t>— Илон Маск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noFill/>
          <a:ln w="635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КУДА НЕСТИ ДЕНЬГИ?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lol@nedodev.ru</a:t>
            </a:r>
          </a:p>
          <a:p>
            <a:pPr algn="ctr">
              <a:spcBef>
                <a:spcPts val="2000"/>
              </a:spcBef>
              <a:defRPr sz="2400">
                <a:solidFill>
                  <a:srgbClr val="E5E4E2"/>
                </a:solidFill>
              </a:defRPr>
            </a:pPr>
            <a:r>
              <a:t>https://t.me/NedoMng</a:t>
            </a:r>
          </a:p>
          <a:p>
            <a:pPr algn="ctr">
              <a:spcBef>
                <a:spcPts val="3000"/>
              </a:spcBef>
              <a:defRPr sz="1600" i="1">
                <a:solidFill>
                  <a:srgbClr val="FFFFFF"/>
                </a:solidFill>
              </a:defRPr>
            </a:pPr>
            <a:r>
              <a:t>(Мы принимаем оплату лайками и пивом)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